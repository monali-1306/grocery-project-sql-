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40" r:id="rId1"/>
  </p:sldMasterIdLst>
  <p:sldIdLst>
    <p:sldId id="256" r:id="rId2"/>
    <p:sldId id="257" r:id="rId3"/>
    <p:sldId id="258" r:id="rId4"/>
    <p:sldId id="263" r:id="rId5"/>
    <p:sldId id="269" r:id="rId6"/>
    <p:sldId id="265" r:id="rId7"/>
    <p:sldId id="266" r:id="rId8"/>
    <p:sldId id="267" r:id="rId9"/>
    <p:sldId id="268" r:id="rId10"/>
    <p:sldId id="270" r:id="rId11"/>
    <p:sldId id="274" r:id="rId12"/>
    <p:sldId id="272" r:id="rId13"/>
    <p:sldId id="275" r:id="rId14"/>
    <p:sldId id="276" r:id="rId15"/>
    <p:sldId id="277" r:id="rId16"/>
    <p:sldId id="278" r:id="rId17"/>
    <p:sldId id="28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299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322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7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539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464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409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075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332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187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51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5799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91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239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728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15069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1874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1521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007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1" r:id="rId1"/>
    <p:sldLayoutId id="2147484042" r:id="rId2"/>
    <p:sldLayoutId id="2147484043" r:id="rId3"/>
    <p:sldLayoutId id="2147484044" r:id="rId4"/>
    <p:sldLayoutId id="2147484045" r:id="rId5"/>
    <p:sldLayoutId id="2147484046" r:id="rId6"/>
    <p:sldLayoutId id="2147484047" r:id="rId7"/>
    <p:sldLayoutId id="2147484048" r:id="rId8"/>
    <p:sldLayoutId id="2147484049" r:id="rId9"/>
    <p:sldLayoutId id="2147484050" r:id="rId10"/>
    <p:sldLayoutId id="2147484051" r:id="rId11"/>
    <p:sldLayoutId id="2147484052" r:id="rId12"/>
    <p:sldLayoutId id="2147484053" r:id="rId13"/>
    <p:sldLayoutId id="2147484054" r:id="rId14"/>
    <p:sldLayoutId id="2147484055" r:id="rId15"/>
    <p:sldLayoutId id="2147484056" r:id="rId16"/>
    <p:sldLayoutId id="214748405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B19AE-F6D8-6739-F2BC-D2C7CF43C2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95" y="4636883"/>
            <a:ext cx="10652290" cy="756823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Bahnschrift Light" panose="020B0502040204020203" pitchFamily="34" charset="0"/>
              </a:rPr>
              <a:t>           Monali Rajaram Kumbhar</a:t>
            </a:r>
            <a:br>
              <a:rPr lang="en-US" sz="4400" b="1" dirty="0">
                <a:latin typeface="Bahnschrift Light" panose="020B0502040204020203" pitchFamily="34" charset="0"/>
              </a:rPr>
            </a:br>
            <a:r>
              <a:rPr lang="en-US" sz="4400" b="1" dirty="0">
                <a:latin typeface="Bahnschrift Light" panose="020B0502040204020203" pitchFamily="34" charset="0"/>
              </a:rPr>
              <a:t>         SQL project</a:t>
            </a:r>
            <a:endParaRPr lang="en-IN" sz="4400" b="1" dirty="0">
              <a:latin typeface="Bahnschrift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EFD461-CEBC-E2AC-896D-7D2B394AB3C0}"/>
              </a:ext>
            </a:extLst>
          </p:cNvPr>
          <p:cNvSpPr txBox="1"/>
          <p:nvPr/>
        </p:nvSpPr>
        <p:spPr>
          <a:xfrm>
            <a:off x="2456862" y="2115984"/>
            <a:ext cx="99240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/>
              <a:t>Grocery Store Management</a:t>
            </a:r>
          </a:p>
        </p:txBody>
      </p:sp>
    </p:spTree>
    <p:extLst>
      <p:ext uri="{BB962C8B-B14F-4D97-AF65-F5344CB8AC3E}">
        <p14:creationId xmlns:p14="http://schemas.microsoft.com/office/powerpoint/2010/main" val="4032884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E23C9D-5A36-893D-6E3F-48BC2AC3126F}"/>
              </a:ext>
            </a:extLst>
          </p:cNvPr>
          <p:cNvSpPr txBox="1"/>
          <p:nvPr/>
        </p:nvSpPr>
        <p:spPr>
          <a:xfrm>
            <a:off x="3254605" y="1520785"/>
            <a:ext cx="6094428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Objectives</a:t>
            </a:r>
          </a:p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goals of this SQL project are: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To design and implement a relational database for a grocery store.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To retrieve and manipulate data using SQL queries.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To perform data analysis for business insights such as top customers, best-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selling products, and revenue trends.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To practice using joins, aggregations, subqueries, and filtering techniques.</a:t>
            </a:r>
          </a:p>
        </p:txBody>
      </p:sp>
    </p:spTree>
    <p:extLst>
      <p:ext uri="{BB962C8B-B14F-4D97-AF65-F5344CB8AC3E}">
        <p14:creationId xmlns:p14="http://schemas.microsoft.com/office/powerpoint/2010/main" val="347663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F27E92-74AC-680D-946A-3356E9951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1" y="267681"/>
            <a:ext cx="11368726" cy="647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84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62397-9DCA-7555-9A2F-4CE01D003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737" y="-86155"/>
            <a:ext cx="4759982" cy="695643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31EEB32-B520-7621-A968-71832C1A1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145" y="676789"/>
            <a:ext cx="3124636" cy="199099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3F299F2-B7E0-D7B4-B2E2-EDDB0BE13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1142" y="676788"/>
            <a:ext cx="3724795" cy="199099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D23D256-97A3-A8B4-D6A6-F18CAED6D3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083"/>
          <a:stretch>
            <a:fillRect/>
          </a:stretch>
        </p:blipFill>
        <p:spPr>
          <a:xfrm>
            <a:off x="560891" y="3959010"/>
            <a:ext cx="6401693" cy="263032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704C6CA-6A49-0327-0FDD-258D8501B86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3083"/>
          <a:stretch>
            <a:fillRect/>
          </a:stretch>
        </p:blipFill>
        <p:spPr>
          <a:xfrm>
            <a:off x="7216497" y="3959010"/>
            <a:ext cx="3724795" cy="2630326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9EEE434C-2A25-FEA1-1672-A1C74C4D1CE7}"/>
              </a:ext>
            </a:extLst>
          </p:cNvPr>
          <p:cNvSpPr/>
          <p:nvPr/>
        </p:nvSpPr>
        <p:spPr>
          <a:xfrm>
            <a:off x="389783" y="1396089"/>
            <a:ext cx="2223361" cy="914400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Categories</a:t>
            </a:r>
            <a:endParaRPr lang="en-IN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6982CB0-0AF5-6923-32C0-6F12917559A3}"/>
              </a:ext>
            </a:extLst>
          </p:cNvPr>
          <p:cNvSpPr/>
          <p:nvPr/>
        </p:nvSpPr>
        <p:spPr>
          <a:xfrm>
            <a:off x="5964026" y="1338266"/>
            <a:ext cx="1997116" cy="914400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customers</a:t>
            </a:r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26AA6E6-DEBF-B44F-915F-0DA24DC37CC5}"/>
              </a:ext>
            </a:extLst>
          </p:cNvPr>
          <p:cNvSpPr/>
          <p:nvPr/>
        </p:nvSpPr>
        <p:spPr>
          <a:xfrm>
            <a:off x="2613145" y="3029789"/>
            <a:ext cx="2580241" cy="914400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details</a:t>
            </a:r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C4C9E61-8DC0-F3D2-DC44-15D49FC496D0}"/>
              </a:ext>
            </a:extLst>
          </p:cNvPr>
          <p:cNvSpPr/>
          <p:nvPr/>
        </p:nvSpPr>
        <p:spPr>
          <a:xfrm>
            <a:off x="7880808" y="3157979"/>
            <a:ext cx="2149312" cy="786210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8700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7">
            <a:extLst>
              <a:ext uri="{FF2B5EF4-FFF2-40B4-BE49-F238E27FC236}">
                <a16:creationId xmlns:a16="http://schemas.microsoft.com/office/drawing/2014/main" id="{C5C74567-91C5-9402-BA37-838431AD1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41" y="2535785"/>
            <a:ext cx="4048439" cy="29506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7B7B29-A7A5-80D5-6DBE-30C6D354C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375" y="2535785"/>
            <a:ext cx="3126907" cy="295061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0640280A-4EE4-EC04-C798-537506C181E5}"/>
              </a:ext>
            </a:extLst>
          </p:cNvPr>
          <p:cNvSpPr/>
          <p:nvPr/>
        </p:nvSpPr>
        <p:spPr>
          <a:xfrm>
            <a:off x="1333344" y="1611858"/>
            <a:ext cx="2371032" cy="914400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Products</a:t>
            </a:r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EB51A9F-5C1B-064F-AD74-6160C573DED2}"/>
              </a:ext>
            </a:extLst>
          </p:cNvPr>
          <p:cNvSpPr/>
          <p:nvPr/>
        </p:nvSpPr>
        <p:spPr>
          <a:xfrm>
            <a:off x="5285312" y="1611858"/>
            <a:ext cx="2371032" cy="914400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employees</a:t>
            </a:r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429466B-BF36-5911-6617-689205D03CAB}"/>
              </a:ext>
            </a:extLst>
          </p:cNvPr>
          <p:cNvSpPr/>
          <p:nvPr/>
        </p:nvSpPr>
        <p:spPr>
          <a:xfrm>
            <a:off x="8820924" y="1621385"/>
            <a:ext cx="2371032" cy="914400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Suppliers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6FE2E0-3C10-00D9-9792-BCEFEC3ECD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546" b="5128"/>
          <a:stretch>
            <a:fillRect/>
          </a:stretch>
        </p:blipFill>
        <p:spPr>
          <a:xfrm>
            <a:off x="8320725" y="2601773"/>
            <a:ext cx="3150684" cy="295061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745FEBE-EAF7-4869-9E9A-2F6FBBD27248}"/>
              </a:ext>
            </a:extLst>
          </p:cNvPr>
          <p:cNvSpPr txBox="1"/>
          <p:nvPr/>
        </p:nvSpPr>
        <p:spPr>
          <a:xfrm>
            <a:off x="5379579" y="554793"/>
            <a:ext cx="76427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115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CFC3A-D5FE-6DA9-74FA-33B9A8AF2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6738" y="1451959"/>
            <a:ext cx="8365914" cy="92584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unique customers have placed orders??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0EAFD5-52A4-8C01-B584-957E3C422C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3864" y="2887477"/>
            <a:ext cx="5344271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04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104B-39F3-CD29-6F26-127185594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3705" y="1574277"/>
            <a:ext cx="8740508" cy="77859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and average purchase value per customer?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0B406BA-16D6-EDC5-2A00-F6CBFDD267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6782" y="2557463"/>
            <a:ext cx="7658436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54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70812-685E-4542-6B40-984ABDB00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982" y="1448675"/>
            <a:ext cx="8946542" cy="71949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top 5 customers by total purchase amount?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3308AC-0F70-5EDB-40F3-97700DBCC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927" y="2429991"/>
            <a:ext cx="6468673" cy="3763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59C045-0902-C5E5-AF3C-B16321D1D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86941"/>
            <a:ext cx="3229426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30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CFFC3-2EBA-2328-4AB5-1B800595C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1414252"/>
            <a:ext cx="9404723" cy="96130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products exist in each category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D5CBFD-C130-60EF-94F4-282EEF13C9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139"/>
          <a:stretch>
            <a:fillRect/>
          </a:stretch>
        </p:blipFill>
        <p:spPr>
          <a:xfrm>
            <a:off x="1205381" y="2452950"/>
            <a:ext cx="6524597" cy="37050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26C197-8448-C0EC-3847-49E2ED841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191" y="3047994"/>
            <a:ext cx="3543795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455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05BAB-EFC9-D572-2B0D-2F049103F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0" y="1442532"/>
            <a:ext cx="10486945" cy="69735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revenue generated by each product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DFA6E7-6FC9-E76E-7BBA-FC20D52E9E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737"/>
          <a:stretch>
            <a:fillRect/>
          </a:stretch>
        </p:blipFill>
        <p:spPr>
          <a:xfrm>
            <a:off x="3204759" y="2555024"/>
            <a:ext cx="5782482" cy="356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937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9C8D2-697F-8B7B-533A-2405BA112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234" y="1131216"/>
            <a:ext cx="4616933" cy="1074656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many orders have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been placed in total 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37528C2-A920-4A68-DDD1-1E18218E73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29723" y="2861943"/>
            <a:ext cx="4937444" cy="2209677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2851C9-C873-AAE7-F143-26C886499C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91625" y="1629610"/>
            <a:ext cx="4616933" cy="57626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many suppliers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there in the database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6216B0E-899D-8FDA-8B2E-8FC4A147BB0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24835" y="2861943"/>
            <a:ext cx="5200452" cy="220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08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2820D-D22B-3588-22E2-25683A3C1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67" y="1843094"/>
            <a:ext cx="10298409" cy="645583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value per order</a:t>
            </a:r>
            <a:br>
              <a:rPr lang="en-US" dirty="0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321C3A-6C26-D9E6-A319-2BAAEA2230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167"/>
          <a:stretch>
            <a:fillRect/>
          </a:stretch>
        </p:blipFill>
        <p:spPr>
          <a:xfrm>
            <a:off x="2760506" y="2738641"/>
            <a:ext cx="6011114" cy="303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663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FDA8-6FA0-30C5-3492-43AE51E17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employee have processed orders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7A7982-E9FF-DB13-5D45-504BDD885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995" y="2907070"/>
            <a:ext cx="6878010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512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6134A-D11F-3A0A-C37B-3252F3EC3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supplier provide the most products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086A5A-3C6D-0A2D-8445-A107D47DA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513" y="2477166"/>
            <a:ext cx="5611008" cy="35533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1C9ACB-6B6B-F58D-3AB8-604069E89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067" y="2589176"/>
            <a:ext cx="3267531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61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2965D-4CD2-030A-44EB-BE5297790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606314"/>
            <a:ext cx="9601196" cy="874948"/>
          </a:xfrm>
        </p:spPr>
        <p:txBody>
          <a:bodyPr>
            <a:normAutofit fontScale="90000"/>
          </a:bodyPr>
          <a:lstStyle/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employee have handled the most orders</a:t>
            </a:r>
            <a:br>
              <a:rPr lang="en-US" dirty="0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1CADC0-1218-9F06-C0A1-81D44275B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373" y="2481262"/>
            <a:ext cx="5745131" cy="33627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F37258-F558-3DFF-882F-22C7F8BC8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120" y="2481262"/>
            <a:ext cx="3248478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154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10819-30C4-302C-D16F-43E7F011A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816" y="1255510"/>
            <a:ext cx="9601196" cy="1303867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relationship between quantity ordered and total price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445A77-42F9-49F2-0A0A-CAC80FB94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528" y="2481299"/>
            <a:ext cx="7668695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89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B5E0CC-4FF3-3173-63B0-6061E39D8C2D}"/>
              </a:ext>
            </a:extLst>
          </p:cNvPr>
          <p:cNvSpPr txBox="1"/>
          <p:nvPr/>
        </p:nvSpPr>
        <p:spPr>
          <a:xfrm>
            <a:off x="3905054" y="2758010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tx1"/>
                </a:solidFill>
              </a:rPr>
              <a:t>THANK YOU!!!!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6433608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528</TotalTime>
  <Words>195</Words>
  <Application>Microsoft Office PowerPoint</Application>
  <PresentationFormat>Widescreen</PresentationFormat>
  <Paragraphs>34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Bahnschrift Light</vt:lpstr>
      <vt:lpstr>Garamond</vt:lpstr>
      <vt:lpstr>Times New Roman</vt:lpstr>
      <vt:lpstr>Organic</vt:lpstr>
      <vt:lpstr>           Monali Rajaram Kumbhar          SQL project</vt:lpstr>
      <vt:lpstr>PowerPoint Presentation</vt:lpstr>
      <vt:lpstr>PowerPoint Presentation</vt:lpstr>
      <vt:lpstr>Tables</vt:lpstr>
      <vt:lpstr>PowerPoint Presentation</vt:lpstr>
      <vt:lpstr>How many unique customers have placed orders??</vt:lpstr>
      <vt:lpstr>What is the total and average purchase value per customer?</vt:lpstr>
      <vt:lpstr>Who are the top 5 customers by total purchase amount? </vt:lpstr>
      <vt:lpstr>How many products exist in each category</vt:lpstr>
      <vt:lpstr>What is the total revenue generated by each product</vt:lpstr>
      <vt:lpstr>PowerPoint Presentation</vt:lpstr>
      <vt:lpstr>What is the average value per order </vt:lpstr>
      <vt:lpstr>How many employee have processed orders</vt:lpstr>
      <vt:lpstr>Which supplier provide the most products</vt:lpstr>
      <vt:lpstr>Which employee have handled the most orders </vt:lpstr>
      <vt:lpstr>What is the relationship between quantity ordered and total price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monali kumbhar</dc:creator>
  <cp:lastModifiedBy>monali kumbhar</cp:lastModifiedBy>
  <cp:revision>2</cp:revision>
  <dcterms:created xsi:type="dcterms:W3CDTF">2026-03-31T18:56:24Z</dcterms:created>
  <dcterms:modified xsi:type="dcterms:W3CDTF">2026-04-02T10:57:32Z</dcterms:modified>
</cp:coreProperties>
</file>